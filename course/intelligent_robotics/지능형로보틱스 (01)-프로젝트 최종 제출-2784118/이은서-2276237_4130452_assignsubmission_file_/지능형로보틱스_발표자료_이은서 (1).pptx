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1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75520" y="2926080"/>
            <a:ext cx="4114800" cy="41148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332720" y="9144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52560" y="2194560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155680" y="3291840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ROBOTICS · ROS2 · AUTONOMOUS EXPLORATION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ROS2 기반 미지 실내 환경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 탐사 및 맵핑 드론 시스템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EB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Frontier-Based Exploration with a Simulated UAV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EB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지능형 로보틱스 프로젝트   |   </a:t>
            </a: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이은서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PROJECT GOAL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 및 주제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정보가 없는 미지의 실내 환경에서, </a:t>
            </a:r>
            <a:r>
              <a:rPr lang="en-US" sz="19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드론이 스스로 탐사 경로를 결정</a:t>
            </a:r>
            <a:r>
              <a:rPr lang="en-US" sz="1900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하며 자율 비행하고, LiDAR 기반으로 </a:t>
            </a:r>
            <a:r>
              <a:rPr lang="en-US" sz="19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지도를 실시간 구축</a:t>
            </a:r>
            <a:r>
              <a:rPr lang="en-US" sz="1900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시스템.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 현장·접근 불가 시설의 내부 구조를 사람이 진입하지 않고 파악하는 상황을 가정한다.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5943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— Frontier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탐사한 영역(free)과 아직 모르는 영역(unknown)의 경계. 드론은 이 경계를 향해 이동하며 미지 영역을 줄여 나간다. 단순 waypoint 추종이 아닌, 스스로 다음 목적지를 결정하는 자율적 의사결정이 핵심이다.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1463040"/>
            <a:ext cx="4389120" cy="4389120"/>
          </a:xfrm>
          <a:prstGeom prst="ellipse">
            <a:avLst/>
          </a:prstGeom>
          <a:solidFill>
            <a:srgbClr val="E3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274320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0" y="2743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탐사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95360" y="173736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9536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탐지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204205" y="2906254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204205" y="290625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선택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89681" y="4797566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589681" y="479756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01039" y="4797566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601039" y="479756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맵 갱신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86515" y="2906254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86515" y="290625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반복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 및 ROS2 Node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LiDAR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(드론 센서)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96312" y="160020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25496" y="1600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825496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SLAM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(맵 생성)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73168" y="160020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02352" y="1600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00A896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102352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Frontier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Detector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50024" y="160020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79208" y="1600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79208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Exploration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0" y="160020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56064" y="1600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56064" y="1600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Drone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토픽으로 연결되어 한 방향으로 흐르며, 마지막 단계에서 다시 LiDAR 입력으로 순환한다.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22960" y="35204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296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Frontier Detector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OccupancyGrid에서 free 셀의 이웃에 unknown이 있으면 frontier로 판정. BFS로 인접 frontier를 클러스터링하고 노이즈 제거.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329184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Exploration Planner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0916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클러스터를 '크기는 크고 거리는 가까울수록' 높은 점수로 평가(가중치 기반)하여 다음 목표를 자율 선택.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21040" y="329184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595360" y="35204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9EB3C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59536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패키지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9536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SLAM · Sim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9536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slam_toolbox로 LiDAR 기반 실시간 맵 생성, sjtu_drone + Gazebo로 드론 비행 시뮬레이션 환경 구성.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/ 미들웨어   </a:t>
            </a:r>
            <a:r>
              <a:rPr lang="en-US" sz="13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22.04 · ROS2 Humble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   </a:t>
            </a:r>
            <a:r>
              <a:rPr lang="en-US" sz="13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Gazebo + sjtu_drone (UAV)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SLAM   </a:t>
            </a:r>
            <a:r>
              <a:rPr lang="en-US" sz="13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slam_toolbox (2D)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  </a:t>
            </a:r>
            <a:r>
              <a:rPr lang="en-US" sz="13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360° LiDAR (모델에 직접 추가)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맵핑   </a:t>
            </a:r>
            <a:r>
              <a:rPr lang="en-US" sz="13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OctoMap (octomap_server)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5120640" cy="20574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선택 — 가중치 함수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w_size × (정규화 크기)  −  w_dist × (정규화 거리)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EB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넓어서 정보 이득이 크고 가까워서 이동 비용이 적은 영역을 우선 선택. 벽에 막힌 목표는 블랙리스트로 관리해 같은 곳을 반복하지 않는다.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 + 드론 비행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19476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Gazebo에 드론 스폰, takeoff·cmd_vel 비행 파이프라인 확보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264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LiDAR 장착 &amp; TF 연결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28163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모델에 360° LiDAR 추가, odom→base→lidar 좌표계 구성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SLAM 연동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3685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LiDAR 스캔으로 실시간 OccupancyGrid 맵 생성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264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Frontier 노드 통합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12280" y="4553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탐지·클러스터링·선택·고정고도 비행 제어를 상태머신으로 결합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26480" y="5120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1264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5074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OctoMap 확장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5422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센서 데이터로 3D 점유 맵 생성·시각화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RESULTS &amp;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및 데모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시나리오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미로형 실내 환경 구성  </a:t>
            </a:r>
            <a:r>
              <a:rPr lang="en-US" sz="14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20×20m, 칸막이 벽 다수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이륙 후 고정 고도 비행  </a:t>
            </a:r>
            <a:r>
              <a:rPr lang="en-US" sz="14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(약 1.5m)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LiDAR 스캔으로 맵 실시간 생성  </a:t>
            </a:r>
            <a:r>
              <a:rPr lang="en-US" sz="14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RViz 시각화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Frontier 탐지 → 미탐사 영역 식별  </a:t>
            </a:r>
            <a:r>
              <a:rPr lang="en-US" sz="14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경계 추출 확인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21295C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9EB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탐지된 frontier 셀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9EB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(미로 환경 기준)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4617720"/>
            <a:ext cx="2651760" cy="1463040"/>
          </a:xfrm>
          <a:prstGeom prst="roundRect">
            <a:avLst>
              <a:gd name="adj" fmla="val 3750"/>
            </a:avLst>
          </a:prstGeom>
          <a:solidFill>
            <a:srgbClr val="1C7293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83280" y="4800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83280" y="5440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E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구현한 ROS2 노드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E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(탐지·계획·제어)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DDE7EE"/>
          </a:solidFill>
          <a:ln w="12700">
            <a:solidFill>
              <a:srgbClr val="9EB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09360" y="3383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영상을 직접 보도록 하겠습니다</a:t>
            </a:r>
            <a:r>
              <a:rPr lang="en-US" altLang="ko-KR" sz="1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3977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RViz 맵 생성 화면 · Gazebo 드론 비행 · YouTube 링크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CHALLENGES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 및 개선 방향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221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 환경 셋업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25877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Isaac Sim·Gazebo의 GPU 렌더링, 드론 모델·센서 연동에서 다수의 호환성 이슈 해결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77240" y="384048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593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비행 제어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39593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Nav2가 없는 UAV 특성상 cmd_vel 기반 비행·고도 유지·장애물 회피를 직접 구현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77240" y="521208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72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965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탐사 안정성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25880" y="53309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벽에 막힌 목표 반복 선택 문제를 블랙리스트·타임아웃 로직으로 완화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0" y="205740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29400" y="2313432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62940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2176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Frontier Detection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2514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OctoMap voxel 공간에서 26-이웃 기반 3D frontier를 탐지해 진정한 입체 탐사로 확장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3090672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629400" y="3346704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62940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32095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계획 도입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35478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이동 대신 RRT* 등 장애물 회피 경로 계획으로 복잡 환경 주파 능력 강화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0" y="4123944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629400" y="437997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629400" y="4379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42428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탐사 전략 비교 실험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45811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nearest·largest·weighted 전략별 맵 커버리지·탐사 시간 정량 비교 및 분석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0" y="5157216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629400" y="5413248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629400" y="5413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78040" y="5276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2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 드론 협력 탐사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56144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 컨트롤러가 frontier를 분배하는 협력 탐사로 탐사 효율 향상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5486400" cy="54864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1C7293">
              <a:alpha val="2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58400" y="4114800"/>
            <a:ext cx="320040" cy="3200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미지의 환경을, 스스로 탐사하다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EB3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Frontier-Based Autonomous Exploration with a Simulated UAV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  ·  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와이드스크린</PresentationFormat>
  <Paragraphs>126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ROS2 기반 미지 환경 자율 탐사 드론 시스템</dc:title>
  <dc:subject>PptxGenJS Presentation</dc:subject>
  <dc:creator>이은서</dc:creator>
  <cp:lastModifiedBy>이은서(컴퓨터공학전공)</cp:lastModifiedBy>
  <cp:revision>2</cp:revision>
  <dcterms:created xsi:type="dcterms:W3CDTF">2026-06-19T14:44:05Z</dcterms:created>
  <dcterms:modified xsi:type="dcterms:W3CDTF">2026-06-19T05:51:42Z</dcterms:modified>
</cp:coreProperties>
</file>